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【0:00–0:05】各位好，我今天汇报的项目是《医院门诊号源预约与候补系统》。
今天我想讲的不是「我用了哪些技术」，而是「我每一步为什么这么选」。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【0:05–1:05 · 自我介绍 · 约 60 秒】
各位好，我是【你的名字】，来自生科 2403 班，目前大二。
我的编程起点其实挺晚的——真正开始认真写，是从这学期的 C 语言课程设计开始的，最后拿了 92 分。做完那个之后我意识到一件事：写出来的东西如果没人用，就只是一份作业。
所以我开始往外做。先是拿 GD32H7 和 LVGL 做了一个店铺销售管理系统，管生鲜、水果、零食、日用品四类商品；也给平时玩的游戏写了自动挂机脚本。这两个项目教会我的东西不太一样：前者让我真正理解了内存管理，后者让我第一次体会到「程序是可以用来偷懒的」。
这次考核的项目，是我目前做得最完整的一个——从数据库设计、后端接口、前端页面，到并发验证，全是自己一步步搭起来的。
Python 是我这学期开始自学的，也是下学期的课。接下来打算继续深入，也准备加入 ONE 竞赛社团。
我希望加入咱们组，跟着大家做真正有人用的东西。谢谢。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秒】需求只有一句话，但我先把它的三个矛盾拆出来：
第一，号是有限的同时请求是并发的；第二，退号之后状态要流转；第三，规则要真能拦住人。
拆完之后，我对这个项目有了一个判断——它的本质不是增删改查，而是一个状态机加一把锁。
这个判断很重要，因为它让后面每一次技术选型都有了标准：凡是能让状态更可信、锁更可靠的，就选它。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秒】推进顺序是三条逻辑定下来的：先定数据，因为逻辑都跑在表上；
契约先于代码，因为接口是唯一的约定；并发验证放最后，因为它测的不是新功能，
而是前面所有轮的正确性。
注意 R3+ 这一轮——它是核心轮做完之后回头复查补的，反而抓到了一个 P0。
这说明推进不是一条直线。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秒】我给自己定的第一条规矩是：契约先行。改表先改数据模型文档，
改接口先改接口文档，然后再动代码。
这不是形式主义。前端拿排班主键，我一开始下意识写 id，结果全 404，因为契约里是 schedule_id；
号源状态我猜 available，实际是 open。这些坑全是因为「先写了代码，事后才补文档」。
事后补的契约救不了自己，它真正的价值是动手前逼你说清楚。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秒】第二个决策是：状态不落库，每次现算。
因为状态是由四个字段共同决定的，任何一个变了它就得变。只要有第二个地方也在算，就一定会出现列表页说可约、点进详情页说已满的情况。
我的处理是：统一到 slot_status.py 一处，别的地方一律调用。
代价是多一次函数调用，换来的是口径永远一致。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40 秒 · 重点页】这页是防超卖，三层各管一件事。
第一层是条件更新，把判断和写入合成一个操作——先查再写中间那个空档就是超卖的入口。
顺带把 is_closed=0 也写进了 WHERE，这样即使应用层被绕过，停诊的号也占不到。
第二层是 BEGIN IMMEDIATE，进门先拿写锁，避免并发事务交错。
第三层是唯一索引，它防的是「应用层根本没参与」的情况。
关键是最后一句：应用层和索引防的不是同一件事，所以不是重复劳动。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 · 我最想讲的一页】这一页讲的是「怎么证明」。
我最初想用 TestClient 起 20 个线程，但 TestClient 会把请求串行化——根本没有并发，
这样测出「没超卖」是假的。第二个坑更隐蔽：路由写成 async def，
请求全挤在同一事件循环里串行，SQLite 的锁永远不会被竞争。
正确做法三点：起真实 uvicorn、Barrier 对齐起跑线、路由刻意写成同步 def 丢进线程池。
最后一句是重点：测量方法错了的「没超卖」，比没测更危险。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35 秒】最难的问题出在候补队列。
入队时刻意不校验「同天同科室限 1 号」——因为那一刻他确实一个号都没有，这是对的。
但等有人退号轮到他时，他可能已经通过别的途径拿到号了。直接转正，他就有两个号。
想明白之后我给它一句话：入队时不知道未来，出队时才知道——
所以候补队列是一台延迟求值的规则检查器。
这个认知后来直接被加分项复用了，不是运气好，是想清楚了这件事。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秒】五个加分项里三个跟时间有关，总不能干等 15 分钟。
解法是两条共用基础设施：可注入时钟和参数中心。
我想强调那句认知——可注入时钟不是为测试加的便利，它是让时间逻辑可验证的前提。
底部那个坑是真实踩到的：结算和判断放同一事务，一抛异常结算就回滚了。
它的共同特征是：那个失败不是操作没做成，而是结算的结论就是失败本身。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秒】这三次现象完全不同：错误码不对、断言数字对不上、文档缺字段。
但根因是同一个——改动扩散到一个没人提醒我的地方，而那里恰恰是唯一会被别人当依据的地方。
错误码表别人会照着对接；测试工具别人会信它的报错；文档别人会照着准备演示。
所以我定了一条规矩：能自动查的别靠眼睛。文档里的命令真跑一遍，
种子数据建库后校验，连 PPT 布局也是写脚本查越界和重叠的。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秒】第二个复盘是数据和环境。这四个坑的共同点是都不报错。
尤其是种子数据那个：数据库不报错、接口不报错、页面正常显示，但数据是自相矛盾的——有人同天同科室持两个号。
这种 bug 只有在核对总数时才会暴露，所以我把它固化成了建库后的自动校验。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秒】扩充数据时，我先定了三条规矩再动手。
第一条最重要：演示数据一行不许改。因为台本和自检脚本都照着这些 id 写的，
改一次要同步三处，漏一处就是台上演示到一半发现和文档对不上。
所以规定新增只能追加。另外顺手修了个历史瑕疵：名池写了 31 个字却取模 28，
后三个字永远取不到；而且 30 和 28 不互质，周期只有 420，扩到几百位必然撞名。
换成质数 31 之后周期拉到 930。教训是：改数据规模前，先检查生成算法的周期。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秒】最后主动交代边界。这些不是忘了做，是想清楚之后主动不做的。
比如鉴权——考核范围是预约与候补逻辑，不是认证体系，所以我用请求头模拟登录。
但我必须说清楚：一旦放公网，任何人都能改任意人的预约，那时候必须补。
取舍说清楚是加分，藏着不说才是扣分——等被问出来才承认，性质就变了。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15 秒】四句话总结：先想清楚再做；让数据库替你兜底；
让不确定性变得可验证；把踩过的坑固化成规矩。
这四点不只是这次项目的做法，也是我以后做项目的流程。谢谢，欢迎提问。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数媒程序开发组 · 10 月考核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医院门诊号源预约与候补系统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从需求到交付 —— 十个迭代里的思考、踩坑与取舍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52578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【你的名字】　·　生科 2403 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760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github.com/mzy13995318878/hospital-appointment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372600" y="187452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9F7EF"/>
          </a:solidFill>
          <a:ln w="9525">
            <a:solidFill>
              <a:srgbClr val="2F85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72600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　可约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72600" y="2569464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1F2F4"/>
          </a:solidFill>
          <a:ln w="9525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72600" y="25694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　已满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72600" y="3264408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DF2E7"/>
          </a:solidFill>
          <a:ln w="9525">
            <a:solidFill>
              <a:srgbClr val="C0562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72600" y="32644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　候补中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3959352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DEAEA"/>
          </a:solidFill>
          <a:ln w="9525">
            <a:solidFill>
              <a:srgbClr val="C5303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72600" y="39593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　已停诊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分钟 · 我是谁 / 我会什么 / 我做过什么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基本信息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　　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10512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【待你确认】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学院专业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10512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生命科学学院 · 生物科学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743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　　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10512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生科 2403 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108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　　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10512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大二（2024 级）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1389888"/>
            <a:ext cx="712317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5727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我目前会什么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6592" y="1975104"/>
          <a:ext cx="666597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218541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到什么程度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拿什么证明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语言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能独立完成一个完整项目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本学期课程设计 92 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嵌入式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MCU + 图形库做带界面的系统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GD32H7 + LVGL 销售管理系统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自学中，能独立搭 Web 后端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本次考核项目（FastAPI）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设计表、写事务、处理并发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本次考核项目（SQLite）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3785616"/>
            <a:ext cx="11055096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" y="3950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做过的东西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1248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5568" y="43159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店铺销售管理系统（GD32H7 + LVGL）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15568" y="4572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管理生鲜、水果、零食、日用品四类商品；最大的收获是真正理解了 C 语言的内存管理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1248" y="4901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15568" y="49011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游戏「死斗」模式自动挂机脚本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5568" y="515721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第一次为了「解决自己的问题」而写程序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" y="548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15568" y="54864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医院门诊号源预约与候补系统（本次）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15568" y="57424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目前最完整的一个：数据库 → 接口 → 页面 → 并发验证，全部自己搭起来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起点：拿到需求后，我先问了自己三个问题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需求只有一句话，但它藏着三个互相拉扯的矛盾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71600"/>
            <a:ext cx="10579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「三甲医院热门科室，号源有限；要能预约、能候补，有人退号自动递补，还要防黄牛。」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350215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395728"/>
            <a:ext cx="402336" cy="402336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280160" y="241401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号只有 12 个，请求会同时到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个人一起点，第 12 个号给谁？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「同时」这两个字才是真正的难点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212848"/>
            <a:ext cx="350215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2856" y="2395728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44" dirty="0"/>
          </a:p>
        </p:txBody>
      </p:sp>
      <p:sp>
        <p:nvSpPr>
          <p:cNvPr id="15" name="Text 13"/>
          <p:cNvSpPr/>
          <p:nvPr/>
        </p:nvSpPr>
        <p:spPr>
          <a:xfrm>
            <a:off x="5056632" y="241401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有人退号，号要能回到池子里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9432" y="28529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退号不是删一条记录：号要释放、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99432" y="31821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队列要推进、记账要回退 —— 三步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351129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必须一起成功，或一起失败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9872" y="2212848"/>
            <a:ext cx="350215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9328" y="2395728"/>
            <a:ext cx="402336" cy="402336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44" dirty="0"/>
          </a:p>
        </p:txBody>
      </p:sp>
      <p:sp>
        <p:nvSpPr>
          <p:cNvPr id="22" name="Text 20"/>
          <p:cNvSpPr/>
          <p:nvPr/>
        </p:nvSpPr>
        <p:spPr>
          <a:xfrm>
            <a:off x="8833104" y="241401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有人想多占几个号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75904" y="28529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规则不是摆设：同一时段、同天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75904" y="31821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同科室、退号冷却 —— 三条各有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75904" y="351129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各的防法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498848"/>
            <a:ext cx="11055096" cy="1426464"/>
          </a:xfrm>
          <a:prstGeom prst="roundRect">
            <a:avLst>
              <a:gd name="adj" fmla="val 5128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" y="4498848"/>
            <a:ext cx="105796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我的判断：这不是「写个增删改查」，是设计一个状态机 + 一把可靠的锁。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想清楚这一点之后，后面所有技术选型都变简单了 —— 因为终于有了判断标准：凡是能让「状态更可信、锁更可靠」的，就选它。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推进路线：顺序不是随手排的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十个迭代分三段推进；中途还回头补过一次漏，而那次抓到了最严重的一个问题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迭代顺序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15568" y="2066544"/>
            <a:ext cx="8970264" cy="18288"/>
          </a:xfrm>
          <a:prstGeom prst="rect">
            <a:avLst/>
          </a:prstGeom>
          <a:solidFill>
            <a:srgbClr val="DFE3E8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30936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20824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627632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27632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3" name="Text 11"/>
          <p:cNvSpPr/>
          <p:nvPr/>
        </p:nvSpPr>
        <p:spPr>
          <a:xfrm>
            <a:off x="2624328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24328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身份查询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14216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6" name="Text 14"/>
          <p:cNvSpPr/>
          <p:nvPr/>
        </p:nvSpPr>
        <p:spPr>
          <a:xfrm>
            <a:off x="3621024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预约核心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10912" y="1975104"/>
            <a:ext cx="182880" cy="18288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R3+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回头补漏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07608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22" name="Text 20"/>
          <p:cNvSpPr/>
          <p:nvPr/>
        </p:nvSpPr>
        <p:spPr>
          <a:xfrm>
            <a:off x="5614416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14416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前端四页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04304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25" name="Text 23"/>
          <p:cNvSpPr/>
          <p:nvPr/>
        </p:nvSpPr>
        <p:spPr>
          <a:xfrm>
            <a:off x="6611112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11112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并发加分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01000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28" name="Text 26"/>
          <p:cNvSpPr/>
          <p:nvPr/>
        </p:nvSpPr>
        <p:spPr>
          <a:xfrm>
            <a:off x="7607808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07808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文档交付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97696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04504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数据扩充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94392" y="1975104"/>
            <a:ext cx="182880" cy="182880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16642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0" y="21945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推送开源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2926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6384" y="3108960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144" dirty="0"/>
          </a:p>
        </p:txBody>
      </p:sp>
      <p:sp>
        <p:nvSpPr>
          <p:cNvPr id="39" name="Text 37"/>
          <p:cNvSpPr/>
          <p:nvPr/>
        </p:nvSpPr>
        <p:spPr>
          <a:xfrm>
            <a:off x="1280160" y="3127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先定数据层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" y="356616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所有业务逻辑最终都在表上跑。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2960" y="389534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表定错了，后面每一轮都在打补丁。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43400" y="2926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62856" y="3108960"/>
            <a:ext cx="402336" cy="402336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44" name="Text 42"/>
          <p:cNvSpPr/>
          <p:nvPr/>
        </p:nvSpPr>
        <p:spPr>
          <a:xfrm>
            <a:off x="4562856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144" dirty="0"/>
          </a:p>
        </p:txBody>
      </p:sp>
      <p:sp>
        <p:nvSpPr>
          <p:cNvPr id="45" name="Text 43"/>
          <p:cNvSpPr/>
          <p:nvPr/>
        </p:nvSpPr>
        <p:spPr>
          <a:xfrm>
            <a:off x="5056632" y="3127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契约先于代码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4599432" y="356616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接口是前后端唯一的约定。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99432" y="389534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先写契约 = 动手前逼自己说清楚。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119872" y="2926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339328" y="3108960"/>
            <a:ext cx="402336" cy="402336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50" name="Text 48"/>
          <p:cNvSpPr/>
          <p:nvPr/>
        </p:nvSpPr>
        <p:spPr>
          <a:xfrm>
            <a:off x="8339328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144" dirty="0"/>
          </a:p>
        </p:txBody>
      </p:sp>
      <p:sp>
        <p:nvSpPr>
          <p:cNvPr id="51" name="Text 49"/>
          <p:cNvSpPr/>
          <p:nvPr/>
        </p:nvSpPr>
        <p:spPr>
          <a:xfrm>
            <a:off x="8833104" y="3127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并发验证放最后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375904" y="356616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得先有个能跑的东西才测得动。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375904" y="389534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它测的不是新功能，是前面所有轮。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6928" y="5120640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04672" y="5120640"/>
            <a:ext cx="10579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R3+ 那一轮是核心做完之后回头补的 —— 它反而抓到了全项目最严重的一个 P0。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这提醒我：推进不是一条直线，回头复查的收益往往比往前赶更高。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第一条规矩：先改契约，再改代码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改表先改 DATA_MODEL.md，改接口先改 API.md —— 这条规矩后来真的救了我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22776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不先改契约会怎样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契约先行的做法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前端取排班主键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照习惯写 id → 一路 404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契约写死 schedule_id，实测确认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号源状态取值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猜 available → 永远匹配不上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契约写死 open / full / waiting /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候补项返回字段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以为有 rank，实际是 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实测后回写契约，不照契约猜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新增 pending 状态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前后端各改一处，漏一处就分岔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先改契约，再按契约改代码和测试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803904"/>
            <a:ext cx="11055096" cy="2048256"/>
          </a:xfrm>
          <a:prstGeom prst="roundRect">
            <a:avLst>
              <a:gd name="adj" fmla="val 357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3803904"/>
            <a:ext cx="1057960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契约不是「事后补的说明文档」。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事后补的契约只描述已经发生的事 —— 既约束不了别人，也救不了自己。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它真正的价值在于：动手之前，逼你把决定说清楚。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说清楚之后，「改一处忘了另一处」这种低级错误，才会自己浮出来。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状态是算出来的，不是存出来的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五种号源状态，全项目只允许一个地方计算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五种状态由四个字段共同决定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可约　　　booked &lt; total 且未停诊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已满　　　booked = total 且无人排队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候补中　　booked = total 且有人排队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已停诊　　is_closed =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◔  待确认　　递补出来的号，等人确认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64808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如果每个接口各算一遍会怎样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booked_count 变一次，状态就得跟着变一次。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83096" y="23774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只要有第二个地方也在算，就迟早出现：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83096" y="27432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列表页显示「可约」，点进去却说「已满」。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31089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83096" y="34747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决策：统一走 services/slot_status.py，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3096" y="38404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其他地方一律调用，谁也不许自己算。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443984"/>
            <a:ext cx="11055096" cy="1444752"/>
          </a:xfrm>
          <a:prstGeom prst="roundRect">
            <a:avLst>
              <a:gd name="adj" fmla="val 5063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4443984"/>
            <a:ext cx="10579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存下来的状态会分岔，算出来的不会。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（同一个思路在前端也用了一次：卡片渲染全项目只有一份 UI.scheduleCard，保证同一条排班在两个页面长得一样）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不超卖，靠约束不靠自觉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三层防线，每层各挡一种失效 —— 缺任何一层都有对应的翻车方式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55686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做法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挡住什么失效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写操作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条件 UPDATE … WHERE booked_count &lt; total_slots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is_closed =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「判断」与「写入」之间的空档 —— 先查再写必死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BEGIN IMMEDIATE，进门就先拿写锁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并发事务交错执行，把中间状态读走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部分唯一索引 ux_appt_slot_seq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应用层被绕过：直接写库、代码改错、将来新增入口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877056"/>
            <a:ext cx="11055096" cy="2011680"/>
          </a:xfrm>
          <a:prstGeom prst="roundRect">
            <a:avLst>
              <a:gd name="adj" fmla="val 3636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3877056"/>
            <a:ext cx="10579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应用层校验只能给出准确的错误码；索引才能让「被绕过」的写入直接失败，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而不是悄悄产生脏数据。它们防的是不同环节，不是重复劳动。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一句话概括这套思路：凡是能让数据库决定的，就不要让应用层猜。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怎么证明？我差点得出一个假结论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并发测试最大的风险不是测出 bug，而是测不出 bug —— 后者给你的是假的安全感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我最初想到的做法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为什么不行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TestClient 起 20 个线程抢号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TestClient 会把请求串行化，压根没有并发。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这样测出来的「没超卖」一文不值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路由写成 async 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请求全挤在同一个事件循环里串行执行，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的锁永远不会被竞争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只看「返回了 200 没报错」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得核对记账与序号，只看返回码会放过脏数据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255264"/>
            <a:ext cx="350215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" y="3419856"/>
            <a:ext cx="365760" cy="36576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1243584" y="34381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起真实 uvicorn 进程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 TestClient，要真的有端口在监听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3255264"/>
            <a:ext cx="350215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3419856"/>
            <a:ext cx="365760" cy="36576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2" name="Text 9"/>
          <p:cNvSpPr/>
          <p:nvPr/>
        </p:nvSpPr>
        <p:spPr>
          <a:xfrm>
            <a:off x="4562856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5020056" y="34381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对齐起跑线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99432" y="38587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否则后发的还没起跑，先发的已跑完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19872" y="3255264"/>
            <a:ext cx="350215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39328" y="3419856"/>
            <a:ext cx="365760" cy="36576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8796528" y="34381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路由写成同步 def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375904" y="38587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Starlette 丢进线程池，请求才真重叠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6928" y="4919472"/>
            <a:ext cx="11055096" cy="969264"/>
          </a:xfrm>
          <a:prstGeom prst="roundRect">
            <a:avLst>
              <a:gd name="adj" fmla="val 7547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4672" y="4919472"/>
            <a:ext cx="105796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所以后来又加了一道保险 —— 变异测试：故意把四处表达式改坏，看检查会不会变红。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一个从没红过的测试，没人知道它到底在不在测东西。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最难的一个问题：队首不合格怎么办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做完回头复查时抓到的 P0 —— 它逼我看清了候补队列的本质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问题是怎么出现的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入队时刻意不校验「同天同科室限 1 号」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因为那一刻他确实一个号都没有 —— 这是对的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7977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但有人退号、轮到他时，情况已经变了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6382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直接转正 → 他拿到第二个号，或撞唯一索引 500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7064" y="1426464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我的洞察与解法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83096" y="20116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入队时不知道未来，出队时才知道。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83096" y="22860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候补队列是一台「延迟求值的规则检查器」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83096" y="25603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83096" y="28346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解法：循环取队首，重跑三条规则，不合格者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31089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 expired 顺延下一位。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83096" y="3383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顺带堵同类漏洞：队首是退号者本人也要顺延，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3096" y="36576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否则「排队 → 退号 → 递补给自己」能永久霸号。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443984"/>
            <a:ext cx="11055096" cy="1444752"/>
          </a:xfrm>
          <a:prstGeom prst="roundRect">
            <a:avLst>
              <a:gd name="adj" fmla="val 5063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4443984"/>
            <a:ext cx="10579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这一条路径后来直接被加分项「转正确认超时 → 顺延下一位」复用了。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等于我在做核心轮的时候，提前把加分项的地基打好了 —— 这不是运气，是因为想清楚了「延迟求值」这件事。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五个加分项，三个跟时间有关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确认超时 15 分钟 · 退号冷却 10 分钟 · 取消时限 120 分钟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71600"/>
            <a:ext cx="10579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问题：总不能在答辩现场干等 15 分钟，才知道超时逻辑对不对。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3903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286000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280160" y="2304288"/>
            <a:ext cx="4475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services/clock.py　可注入时钟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所有「现在」都从这里取，连 SQL 里的 now 都能拨。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054096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测试里可以把时间直接拨快 16 分钟，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不用真等。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2103120"/>
            <a:ext cx="53903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1092" y="2286000"/>
            <a:ext cx="402336" cy="402336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51092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44" dirty="0"/>
          </a:p>
        </p:txBody>
      </p:sp>
      <p:sp>
        <p:nvSpPr>
          <p:cNvPr id="16" name="Text 14"/>
          <p:cNvSpPr/>
          <p:nvPr/>
        </p:nvSpPr>
        <p:spPr>
          <a:xfrm>
            <a:off x="6944868" y="2304288"/>
            <a:ext cx="4475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services/policy.py　参数中心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87668" y="2724912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确认超时、冷却时长、取消时限、拉黑阈值，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87668" y="3054096"/>
            <a:ext cx="4878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全部写在这一处，代码里不许出现魔法数字。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078224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4078224"/>
            <a:ext cx="10579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可注入时钟不是「为测试加的便利」，它是让时间相关的逻辑变得可验证的前提。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010912"/>
            <a:ext cx="11055096" cy="859536"/>
          </a:xfrm>
          <a:prstGeom prst="roundRect">
            <a:avLst>
              <a:gd name="adj" fmla="val 8511"/>
            </a:avLst>
          </a:prstGeom>
          <a:solidFill>
            <a:srgbClr val="FDEAEA"/>
          </a:solidFill>
          <a:ln w="9525">
            <a:solidFill>
              <a:srgbClr val="C5303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5010912"/>
            <a:ext cx="10579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顺带抓到的坑　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时「结算」与「是否超时」若在同一事务，抛异常会把结算一并回滚 —— 号变回 pending，用户刷新发现自己还能确认，而号已经顺延给别人了。共同特征：那个「失败」不是操作没做成，而是结算的结论就是失败本身。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复盘一：同一个错误，我犯了三次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三次的现象完全不同，但根因是同一个 —— 这也正是它值得单独讲的原因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5096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584301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轮次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根因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本该 409 的错误码，返回了 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新错误码只写进文档，忘了登记进 errors.py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并发测试报 assert 3 ==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conftest.py 自己硬编码了一份「占号状态」清单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API.md 里 promoted 的示例缺两个字段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代码和测试都跟上了，唯独文档没跟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054096"/>
            <a:ext cx="11055096" cy="1060704"/>
          </a:xfrm>
          <a:prstGeom prst="roundRect">
            <a:avLst>
              <a:gd name="adj" fmla="val 6897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3054096"/>
            <a:ext cx="10579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共同点：改动扩散到了一个没人提醒你的地方，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而那里恰恰是唯一会被别人当作依据的地方。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4261104"/>
            <a:ext cx="11055096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4443984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所以我后来定了一条规矩：能自动查的，别靠眼睛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文档里的命令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61488" y="4791456"/>
            <a:ext cx="8403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scripts/verify_demo.py 按台本逐条真跑（临时库隔离）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种子数据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61488" y="5120640"/>
            <a:ext cx="8403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reset_db.py 建库后当场校验四条跨表一致性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449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布局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61488" y="5449824"/>
            <a:ext cx="8403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check_layout.py 逐形状查越界与重叠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复盘二：真正卡住我的，从来不是业务逻辑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这四个坑都跟「数据」或「环境」有关，而且都不报错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1970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根因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怎么修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种子数据里出现 4 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「同人同天同科室」预约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种子绕过应用层直接写库；唯一索引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只约束「同一排班」，跨排班管不到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起点 12 → 71，并加四项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跨表自洽性校验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加了 pending 状态，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却改不动表结构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的 CHECK 约束不能 ALTER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建新表 → 复制 → 删旧 →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改名，一个事务内完成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演示页面一直转圈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（前后两次，原因不同）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stdout 挂到无人读的管道，写日志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阻塞事件循环　② 进程随会话结束退出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输出重定向到文件 +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监听 0.0.0.0；更稳的是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双击 serve.bat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 GitHub 卡了两轮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 是 Go 程序，不读 Windows 系统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代理；之后给的 PAT 又是无效的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改用 SSH 密钥，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一次成功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89120"/>
            <a:ext cx="11055096" cy="1499616"/>
          </a:xfrm>
          <a:prstGeom prst="roundRect">
            <a:avLst>
              <a:gd name="adj" fmla="val 4878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4389120"/>
            <a:ext cx="105796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前两个的共同点是：数据库不报错、接口不报错、页面也正常显示 —— 只有专门查才能发现。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把「样例数据」变成「一家医院」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科室多了之后，先定规矩再动手 —— 否则一次扩充就能把演示数据搞乱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27632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位医生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426464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37304" y="1627632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37304" y="2212848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个科室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426464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7680" y="1627632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07680" y="2212848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条排班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054096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6928" y="3639312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个号源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7304" y="2852928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37304" y="3054096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337304" y="3639312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位用户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7680" y="2852928"/>
            <a:ext cx="351434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07680" y="3054096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07680" y="3639312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条预约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11055096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370832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开工前先定下的三条硬约束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47183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718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演示数据一行不许改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58768" y="4718304"/>
            <a:ext cx="7488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排班 1–8、预约 1–68、用户 1–11 是台本与自检脚本的靶子，只追加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08406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084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种子必须可复现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5084064"/>
            <a:ext cx="7488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生成规则全用整数取模，不用随机数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44982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449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背景数据不许与业务规则矛盾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58768" y="5449824"/>
            <a:ext cx="7488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种子绕过应用层校验，必须建库后单独查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我主动交代：哪些地方我没做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这不是忘了做，是想清楚之后主动不做 —— 区别在于前者是漏洞，后者是设计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40142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不做的事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为什么敢不做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什么时候必须补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真实鉴权（用 X-User-Id 请求头）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考核范围是预约与候补逻辑，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不是认证体系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一旦放到公网，任何人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都能改任意人的预约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管理接口无鉴权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本地演示环境，无外部可达路径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公网部署时必须补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状态不落库，每次现算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保证口径唯一（决策：状态从哪来）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数据量上规模后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考虑物化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单机文件库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演示项目，无需多实例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多实例部署时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需换库并挂持久卷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25696"/>
            <a:ext cx="11055096" cy="1463040"/>
          </a:xfrm>
          <a:prstGeom prst="roundRect">
            <a:avLst>
              <a:gd name="adj" fmla="val 5000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4425696"/>
            <a:ext cx="10579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取舍说清楚是加分，藏着不说才是扣分 —— 评委迟早会问，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等到被问出来才承认，性质就从「有判断」变成了「没想到」。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" y="170992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44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先想清楚再做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需求拆成三个矛盾，据此定了推进顺序与选型标准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" y="24963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371600" y="24780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让数据库替你兜底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47802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防超卖三层防线，靠约束而不靠「代码写得小心」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328269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1371600" y="326440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让不确定性变得可验证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6440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可注入时钟 + 参数中心，超时规则不必真等；再加变异测试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406908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44" dirty="0"/>
          </a:p>
        </p:txBody>
      </p:sp>
      <p:sp>
        <p:nvSpPr>
          <p:cNvPr id="17" name="Text 15"/>
          <p:cNvSpPr/>
          <p:nvPr/>
        </p:nvSpPr>
        <p:spPr>
          <a:xfrm>
            <a:off x="1371600" y="40507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把踩过的坑固化成规矩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05079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能自动查的别靠眼睛 —— 命令真跑、数据校验、布局检查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937760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A4A5A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937760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代码仓库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github.com/mzy13995318878/hospital-appointment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60350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　·　欢迎提问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数媒程序开发组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医院门诊号源预约与候补系统 · 考核答辩</dc:title>
  <dc:subject>10 月考核</dc:subject>
  <dc:creator>mzy13995318878</dc:creator>
  <cp:lastModifiedBy>mzy13995318878</cp:lastModifiedBy>
  <cp:revision>1</cp:revision>
  <dcterms:created xsi:type="dcterms:W3CDTF">2026-10-26T11:07:29Z</dcterms:created>
  <dcterms:modified xsi:type="dcterms:W3CDTF">2026-10-26T11:07:29Z</dcterms:modified>
</cp:coreProperties>
</file>